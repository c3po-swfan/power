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200" d="100"/>
          <a:sy n="200" d="100"/>
        </p:scale>
        <p:origin x="888" y="3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8056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0643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5900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3902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818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7782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2823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8650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30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5771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477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66F58-A39C-4DF8-9EDC-02DCAA4384AA}" type="datetimeFigureOut">
              <a:rPr lang="ko-KR" altLang="en-US" smtClean="0"/>
              <a:pPr/>
              <a:t>2018-04-12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28BCD-073F-458C-854C-F55CFD9EA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4667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igikey.com/products/en?keywords=A31443-ND%2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VDSL RJ11 Connection diagram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KRISO</a:t>
            </a:r>
          </a:p>
          <a:p>
            <a:r>
              <a:rPr lang="en-US" altLang="ko-KR" dirty="0" smtClean="0"/>
              <a:t>2017.04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5181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RJ11 Modular connector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 smtClean="0"/>
              <a:t>Part number: </a:t>
            </a:r>
            <a:r>
              <a:rPr lang="en-US" altLang="ko-KR" sz="1600" dirty="0" smtClean="0">
                <a:hlinkClick r:id="rId2"/>
              </a:rPr>
              <a:t>https://www.digikey.com/products/en?keywords=A31443-ND%20</a:t>
            </a:r>
            <a:endParaRPr lang="en-US" altLang="ko-KR" sz="1600" dirty="0" smtClean="0"/>
          </a:p>
          <a:p>
            <a:endParaRPr lang="ko-KR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355552"/>
            <a:ext cx="1656184" cy="1533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32854"/>
            <a:ext cx="6336704" cy="4229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>
            <a:off x="4917754" y="4403152"/>
            <a:ext cx="576064" cy="432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08104" y="4197279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P1P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4996905" y="5039319"/>
            <a:ext cx="725431" cy="413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2531" y="530120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P1N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4641705" y="5485874"/>
            <a:ext cx="1514471" cy="463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 flipV="1">
            <a:off x="5292080" y="5445224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93941" y="576461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P1G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436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</Words>
  <Application>Microsoft Office PowerPoint</Application>
  <PresentationFormat>Экран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테마</vt:lpstr>
      <vt:lpstr>VDSL RJ11 Connection diagram</vt:lpstr>
      <vt:lpstr>RJ11 Modular connector</vt:lpstr>
    </vt:vector>
  </TitlesOfParts>
  <Company>MOERI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VDSL RJ11 Connection digaram</dc:title>
  <dc:creator>Syoung Sung</dc:creator>
  <cp:lastModifiedBy>Admin</cp:lastModifiedBy>
  <cp:revision>2</cp:revision>
  <dcterms:created xsi:type="dcterms:W3CDTF">2018-04-11T23:43:19Z</dcterms:created>
  <dcterms:modified xsi:type="dcterms:W3CDTF">2018-04-12T05:42:53Z</dcterms:modified>
</cp:coreProperties>
</file>